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本项目</c:v>
                </c:pt>
              </c:strCache>
            </c:strRef>
          </c:tx>
          <c:spPr>
            <a:solidFill>
              <a:srgbClr val="E4A11B"/>
            </a:solidFill>
            <a:ln w="25400" cap="flat">
              <a:solidFill>
                <a:srgbClr val="E4A1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A11B"/>
              </a:solidFill>
              <a:ln w="9525" cap="flat">
                <a:solidFill>
                  <a:srgbClr val="E4A1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108</c:v>
                </c:pt>
                <c:pt idx="2">
                  <c:v>121</c:v>
                </c:pt>
                <c:pt idx="3">
                  <c:v>139</c:v>
                </c:pt>
                <c:pt idx="4">
                  <c:v>158</c:v>
                </c:pt>
                <c:pt idx="5">
                  <c:v>181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51C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215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内部决策汇报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为什么这个项目不该砍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已投入的沉没成本之外，真正值得守住的价值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汇报人 · 2026</a:t>
            </a:r>
            <a:endParaRPr lang="en-US" sz="1600" dirty="0"/>
          </a:p>
        </p:txBody>
      </p:sp>
      <p:pic>
        <p:nvPicPr>
          <p:cNvPr id="7" name="Image 0" descr="/Users/lisun/workplace/go-harness/web/sessions/session-85/workspace/.pptx-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3774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我们到底在讨论砍掉什么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已发生的结果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不是想法，是已经验证过的结果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535860" cy="73152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7" name="Image 0" descr="/Users/lisun/workplace/go-harness/web/sessions/session-85/workspace/.pptx-icons/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个季度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连续环比正增长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1972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1972" y="1554480"/>
            <a:ext cx="2535860" cy="73152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12" name="Image 1" descr="/Users/lisun/workplace/go-harness/web/sessions/session-85/workspace/.pptx-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8004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倍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88004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留存率提升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23864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3864" y="1554480"/>
            <a:ext cx="2535860" cy="73152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17" name="Image 2" descr="/Users/lisun/workplace/go-harness/web/sessions/session-85/workspace/.pptx-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6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9896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79896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目标客户续约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15755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15755" y="1554480"/>
            <a:ext cx="2535860" cy="73152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pic>
        <p:nvPicPr>
          <p:cNvPr id="22" name="Image 3" descr="/Users/lisun/workplace/go-harness/web/sessions/session-85/workspace/.pptx-icons/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787" y="1874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1787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条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9271787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可复用技术资产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真实代价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砍掉它，我们真正失去的是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已形成的用户信任与惯性，迁移成本由客户与团队共同承担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一套接近可以复用的技术资产，砍掉等于一次性清零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团队在这条线上的认知与磨合，不是换个项目就能平移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233672"/>
            <a:ext cx="146304" cy="146304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一个已经有正增长曲线、只需继续投入就能兑现的期权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增长曲线站在我们这边（季环比指数）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决策对照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砍，还是留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砍掉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短期省下一笔预算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团队清零，重新寻找方向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用户与客户需要重新安顿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16966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增长曲线被主动打断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E222C"/>
          </a:solidFill>
          <a:ln w="12700">
            <a:solidFill>
              <a:srgbClr val="1E2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A1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继续投入，兑现已有增长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技术资产沉淀为可复用能力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客户关系转为续约与口碑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39128" y="416966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用结果证明这条线值得守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194560"/>
            <a:ext cx="109728" cy="219456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031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DF0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“我们不缺新想法，缺的是把一个已经跑通的事继续做下去的耐心。”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4297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也许，这正是此刻最该留下的理由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5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建议：继续保留，季度复评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15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给出明确的里程碑与退出条件，而不是现在直接砍掉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为什么这个项目不该砍</dc:title>
  <dc:subject>PptxGenJS Presentation</dc:subject>
  <dc:creator>PABuddy</dc:creator>
  <cp:lastModifiedBy>PABuddy</cp:lastModifiedBy>
  <cp:revision>1</cp:revision>
  <dcterms:created xsi:type="dcterms:W3CDTF">2026-08-22T15:49:16Z</dcterms:created>
  <dcterms:modified xsi:type="dcterms:W3CDTF">2026-08-22T15:49:16Z</dcterms:modified>
</cp:coreProperties>
</file>