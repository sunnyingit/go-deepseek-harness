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本月营收(万元)</c:v>
                </c:pt>
              </c:strCache>
            </c:strRef>
          </c:tx>
          <c:spPr>
            <a:solidFill>
              <a:srgbClr val="0099CC"/>
            </a:solidFill>
          </c:spPr>
          <c:cat>
            <c:strRef>
              <c:f>Sheet1!$A$2:$A$4</c:f>
              <c:strCache>
                <c:ptCount val="3"/>
                <c:pt idx="0">
                  <c:v>4 月</c:v>
                </c:pt>
                <c:pt idx="1">
                  <c:v>5 月</c:v>
                </c:pt>
                <c:pt idx="2">
                  <c:v>6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380</c:v>
                </c:pt>
                <c:pt idx="1">
                  <c:v>415</c:v>
                </c:pt>
                <c:pt idx="2">
                  <c:v>455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32004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"/>
            <a:ext cx="9144000" cy="5486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CC"/>
                </a:solidFill>
              </a:defRPr>
            </a:pPr>
            <a:r>
              <a:t>2025 年第二季度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季度业务汇报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Q2 经营成果 · 数据概览 · 下一季度展望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6E78"/>
                </a:solidFill>
              </a:defRPr>
            </a:pPr>
            <a:r>
              <a:t>汇报部门：市场运营部</a:t>
            </a:r>
          </a:p>
          <a:p>
            <a:pPr>
              <a:defRPr sz="1500">
                <a:solidFill>
                  <a:srgbClr val="646E78"/>
                </a:solidFill>
              </a:defRPr>
            </a:pPr>
            <a:r>
              <a:t>汇报日期：2025 年 7 月 10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8C"/>
                </a:solidFill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业务概览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本季度亮点</a:t>
            </a:r>
          </a:p>
          <a:p>
            <a:pPr>
              <a:spcBef>
                <a:spcPts val="1200"/>
              </a:spcBef>
              <a:defRPr sz="1500" b="1">
                <a:solidFill>
                  <a:srgbClr val="003366"/>
                </a:solidFill>
              </a:defRPr>
            </a:pPr>
            <a:r>
              <a:t>营收再创新高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t>季度营收达 1250 万，同比增长 18%</a:t>
            </a:r>
          </a:p>
          <a:p>
            <a:pPr>
              <a:spcBef>
                <a:spcPts val="1200"/>
              </a:spcBef>
              <a:defRPr sz="1500" b="1">
                <a:solidFill>
                  <a:srgbClr val="003366"/>
                </a:solidFill>
              </a:defRPr>
            </a:pPr>
            <a:r>
              <a:t>用户规模扩大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t>新增活跃用户 8.2 万，环比增长 12%</a:t>
            </a:r>
          </a:p>
          <a:p>
            <a:pPr>
              <a:spcBef>
                <a:spcPts val="1200"/>
              </a:spcBef>
              <a:defRPr sz="1500" b="1">
                <a:solidFill>
                  <a:srgbClr val="003366"/>
                </a:solidFill>
              </a:defRPr>
            </a:pPr>
            <a:r>
              <a:t>产品迭代加速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t>上线 3 个核心功能，客户满意度升至 91%</a:t>
            </a:r>
          </a:p>
          <a:p>
            <a:pPr>
              <a:spcBef>
                <a:spcPts val="1200"/>
              </a:spcBef>
              <a:defRPr sz="1500" b="1">
                <a:solidFill>
                  <a:srgbClr val="003366"/>
                </a:solidFill>
              </a:defRPr>
            </a:pPr>
            <a:r>
              <a:t>成本稳步优化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t>运营成本同比下降 6%，利润率提升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80636800000" y="1128771936000"/>
          <a:ext cx="3846185856000" cy="384618585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8C"/>
                </a:solidFill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关键指标与展望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环比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季度营收(万元)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1,060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1,250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+17.9%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活跃用户(万)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62.0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70.2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+13.2%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+3.0pt</a:t>
                      </a:r>
                    </a:p>
                  </a:txBody>
                  <a:tcPr anchor="ctr">
                    <a:solidFill>
                      <a:srgbClr val="F0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客户满意度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+4.0pt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Q3 展望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营收目标：季度再增长 15%，冲刺 1450 万元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重点任务：完成 2 款新品发布，拓展华南市场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运营策略：加大产研投入，控制获客成本在 25% 以内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团队安排：Q3 新增销售团队 20 人，开展城市巡回服务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8C"/>
                </a:solidFill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年 Q2 季度业务汇报</dc:title>
  <dc:subject/>
  <dc:creator>市场运营部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