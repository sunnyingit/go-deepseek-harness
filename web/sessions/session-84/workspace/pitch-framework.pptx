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营收（待填）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8FA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6B4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ROUND · 通用框架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向投资人要 500 万，讲清楚一件已经发生的事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公司名〔待填〕 · 行业〔待填〕 ·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本稿为框架模板，所有数字均为占位符，替换后即为正式路演</a:t>
            </a:r>
            <a:endParaRPr lang="en-US" sz="1600" dirty="0"/>
          </a:p>
        </p:txBody>
      </p:sp>
      <p:pic>
        <p:nvPicPr>
          <p:cNvPr id="7" name="Image 0" descr="/Users/lisun/workplace/go-harness/web/sessions/session-84/workspace/.pptx-icon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37744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模板说明：▨ 待填 处需替换为真实可验证数据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我们是谁，一句话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痛点：今天的问题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用户的现状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现状一：〔待填〕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现状二：〔待填〕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现状三：〔待填〕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由此带来的代价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代价一：〔待填〕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代价二：〔待填〕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代价三：〔待填〕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方案：我们怎么解决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产品/服务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做什么：〔待填〕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怎么交付：〔待填〕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收费方式：〔待填〕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为什么是现在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时机一：〔待填〕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时机二：〔待填〕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壁垒一：〔待填〕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市场：赛道有多大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4/workspace/.pptx-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市场规模（TAM）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4/workspace/.pptx-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可服务市场（SAM）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4/workspace/.pptx-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年增速 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已验证：不是 PPT，是已经发生的结果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4/workspace/.pptx-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付费用户数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31972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1972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4/workspace/.pptx-icons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8004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88004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月经常性收入 MRR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23864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3864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4/workspace/.pptx-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6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9896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79896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留存/复购率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15755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15755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3" descr="/Users/lisun/workplace/go-harness/web/sessions/session-84/workspace/.pptx-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787" y="18745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1787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9271787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标杆客户数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增长趋势（占位示例，替换为真实月度数据）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110642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单位经济：每一单赚不赚钱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0292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数值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备注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客单价 / LTV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获客成本 CAC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LTV / CAC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毛利率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团队：谁来做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4/workspace/.pptx-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创始人背景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4/workspace/.pptx-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核心团队人数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4/workspace/.pptx-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〔待填〕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行业相关年限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 万怎么花：18 个月的资金用途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0292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用途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金额（万元）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占比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产品研发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市场与获客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团队扩充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运营与储备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〔待填〕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个月里程碑：拿到钱后交付什么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 个月：〔待填〕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12 个月：〔待填〕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18 个月：〔待填〕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融资条款与估值口径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本轮融资金额：500 万元人民币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出让股权 / 投前估值：〔待填〕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资金到账后的现金跑道：〔待填〕个月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23367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本轮投资者将获得的回报路径：〔待填〕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我们只做已经验证过的事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（公司名〔待填〕）· 期待与您进一步沟通 · 联系邮箱〔待填〕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PABuddy</dc:creator>
  <cp:lastModifiedBy>PABuddy</cp:lastModifiedBy>
  <cp:revision>1</cp:revision>
  <dcterms:created xsi:type="dcterms:W3CDTF">2026-08-22T15:43:25Z</dcterms:created>
  <dcterms:modified xsi:type="dcterms:W3CDTF">2026-08-22T15:43:25Z</dcterms:modified>
</cp:coreProperties>
</file>