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门店数(家)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8FA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6B4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ROUND · 500 万元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「早八点」——社区热食早餐，2 分钟带走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早八点餐饮管理（演示品牌）·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家直营店 · 月流水 138 万 · 已验证的坪效模型</a:t>
            </a:r>
            <a:endParaRPr lang="en-US" sz="1600" dirty="0"/>
          </a:p>
        </p:txBody>
      </p:sp>
      <p:pic>
        <p:nvPicPr>
          <p:cNvPr id="7" name="Image 0" descr="/Users/lisun/workplace/go-harness/web/sessions/session-84/workspace/.pptx-icon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37744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本稿全部数字为 （演示用示例数据），非真实经营数据，仅作路演模板示例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一句话：社区早餐的「即取即走」连锁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痛点：早班族的早餐，慢、贵、丑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今天的现状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早高峰排队平均 8 分钟，来不及点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外卖早餐均价 18 元，性价比差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便利店预包装冷食，口味单一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由此带来的代价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上班族长期不吃或乱吃早餐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商家早高峰产能浪费、午后空转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优质现制早餐供给严重不足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方案：中央厨房 + 15㎡ 社区档口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怎么交付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半成品冷链配送到店，现蒸现做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档口 2.4 分钟出餐，扫码即取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会员订阅制月卡，固定到店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为什么是我们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单店盈利模型已跑通（见第 4 页）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中央厨房摊薄成本，毛利 41%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社区点位密度形成品牌壁垒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市场：早餐/热食现制赛道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亿 · 全国早餐市场 TAM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800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亿 · 社区热食 SAM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8.6%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年复合增速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已验证：不是想象，是 12 家店的真实结果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直营门店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1972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1972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8004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138万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88004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月流水（合计）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23864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3864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6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9896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79896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天复购率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15755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15755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3" descr="/Users/lisun/workplace/go-harness/web/sessions/session-84/workspace/.pptx-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787" y="1874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1787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41%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9271787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综合毛利率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门店数与月流水增长 （演示用示例数据）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单位经济：单店能赚钱 （演示用示例数据）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数值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备注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客单价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 元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早餐+饮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单店日订单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320 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早高峰集中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单店月流水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11.5 万元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× 12 家 = 138 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会员 LTV（12月）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605 元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月均到店 4.2 次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获客 CAC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82 元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地推+私域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LTV / CAC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7.4x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健康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团队：连锁餐饮老兵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 · 创始人连锁餐饮经验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 · 供应链负责人经历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 · 现有团队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 万怎么花：18 个月 （演示用示例数据）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金额（万元）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占比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中央厨房扩产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180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新开 12 家店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220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44%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供应链与数字化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团队与储备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个月里程碑 （演示用示例数据）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个月：门店 18 家，中央厨房产能翻倍，月流水破 200 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12 个月：门店 24 家，单店模型跑通复制 SOP，月流水破 280 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18 个月：区域密度成型，开放加盟/联营，实现正向现金流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融资条款与估值口径 （演示用示例数据）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本轮融资：500 万元人民币，出让 10% 股权（投后 5000 万估值，演示口径）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现金跑道：到账后约 18 个月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回报路径：门店密度 → 品牌议价 → 加盟/联营放量 → 并购或上市退出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23367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本轮资金 72% 投向可复制门店与产能，确定性高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分钟，让早餐不再将就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「早八点」餐饮管理（演示品牌）· 联系邮箱 hello@zaobadian-demo.com · 本稿为 （演示用示例数据）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PABuddy</dc:creator>
  <cp:lastModifiedBy>PABuddy</cp:lastModifiedBy>
  <cp:revision>1</cp:revision>
  <dcterms:created xsi:type="dcterms:W3CDTF">2026-08-22T15:47:25Z</dcterms:created>
  <dcterms:modified xsi:type="dcterms:W3CDTF">2026-08-22T15:47:25Z</dcterms:modified>
</cp:coreProperties>
</file>