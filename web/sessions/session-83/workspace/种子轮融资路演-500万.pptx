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金额（万元）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3D6B4F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bubble3D val="0"/>
            <c:spPr>
              <a:solidFill>
                <a:srgbClr val="F8FA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研发</c:v>
                </c:pt>
                <c:pt idx="1">
                  <c:v>市场与获客</c:v>
                </c:pt>
                <c:pt idx="2">
                  <c:v>销售团队</c:v>
                </c:pt>
                <c:pt idx="3">
                  <c:v>运营储备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220</c:v>
                </c:pt>
                <c:pt idx="1">
                  <c:v>120</c:v>
                </c:pt>
                <c:pt idx="2">
                  <c:v>100</c:v>
                </c:pt>
                <c:pt idx="3">
                  <c:v>60</c:v>
                </c:pt>
              </c:numCache>
            </c:numRef>
          </c:val>
        </c:ser>
        <c:firstSliceAng val="0"/>
      </c:pieChart>
      <c:spPr>
        <a:solidFill>
          <a:srgbClr val="111827"/>
        </a:solidFill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SEED ROUND · 500 万元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一笔 500 万，只投进一件已经验证过的事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XX 科技 · 种子轮融资路演</a:t>
            </a:r>
            <a:endParaRPr lang="en-US" sz="1600" dirty="0"/>
          </a:p>
        </p:txBody>
      </p:sp>
      <p:pic>
        <p:nvPicPr>
          <p:cNvPr id="7" name="Image 0" descr="/Users/lisun/workplace/go-harness/web/sessions/session-83/workspace/.pptx-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237744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本稿数据均为演示占位，正式路演请替换为经审计口径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客户已经在为结果付钱，这是最硬的证据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一句话讲清楚我们在做什么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我们把某关键环节的成本降低 40%、效率提升 2.5 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客户今天靠人工和旧系统硬扛，付费意愿已经被真实成交确认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不靠烧钱换增长：付费客户中 7 成是稳定复购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业务现状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已经发生的结果，不是预测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3/workspace/.pptx-icons/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328 万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年化收入 ARR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1972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1972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3/workspace/.pptx-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0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8004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688004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付费客户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23864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23864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7" name="Image 2" descr="/Users/lisun/workplace/go-harness/web/sessions/session-83/workspace/.pptx-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6" y="18745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9896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479896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毛利率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15755" y="1554480"/>
            <a:ext cx="2535860" cy="4297680"/>
          </a:xfrm>
          <a:prstGeom prst="roundRect">
            <a:avLst>
              <a:gd name="adj" fmla="val 288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15755" y="1554480"/>
            <a:ext cx="253586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2" name="Image 3" descr="/Users/lisun/workplace/go-harness/web/sessions/session-83/workspace/.pptx-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787" y="18745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1787" y="2468880"/>
            <a:ext cx="20786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3.2%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9271787" y="4023360"/>
            <a:ext cx="20786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月度流失率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时机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为什么是现在（窗口期）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旧的世界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依赖人工，交付慢且易出错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数据割裂，无法形成复利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涨价靠堆人头，规模不经济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我们的切入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39128" y="21945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产品化交付，边际成本趋零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39128" y="28529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同一套数据越用越准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39128" y="35112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 订阅制，收入随客户自然放大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够大、在增长，且我们卡在清晰的位置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市场空间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目标市场体量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86 亿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可服务市场 SAM（元）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行业年复合增速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当前渗透率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竞争格局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为什么客户选我们，而不是别人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旧方案 / 竞品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我们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交付速度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以周计，需多轮人工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以小时计，自动完成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成本结构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线性随人力上涨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产品化，边际递减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数据沉淀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一次性的，不可复用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越用越准，形成壁垒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续费表现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靠客情维系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靠结果复购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 500 万，每一分都能说出去向、换回结果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资金用途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 万元资金分配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里程碑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个月里程碑：钱投下去，换回这些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50292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时间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关键结果（量化）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 1–3 个月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 2.0 上线，交付时长再降 30%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 4–6 个月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付费客户 41 → 70，ARR 突破 500 万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 7–9 个月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切入第二个垂直行业，落地 5 家种子客户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第 10–12 个月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ARR 冲击 1000 万，启动 A 轮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由能把这件事做出来的人掌舵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核心团队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创始人 · 产品与战略：10 年行业经验，上一家做到年收入 4000 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技术合伙人 · 工程：主导过多套高并发系统从 0 到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364992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商务负责人 · 增长：手握行业头部客户资源，带来 6 成现有订单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融资条款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本次融资诉求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7" name="Image 0" descr="/Users/lisun/workplace/go-harness/web/sessions/session-83/workspace/.pptx-icons/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745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 万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融资金额（元）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2602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2602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1" descr="/Users/lisun/workplace/go-harness/web/sessions/session-83/workspace/.pptx-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634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8634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个月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618634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资金跑道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85125" y="1554480"/>
            <a:ext cx="3466490" cy="4297680"/>
          </a:xfrm>
          <a:prstGeom prst="roundRect">
            <a:avLst>
              <a:gd name="adj" fmla="val 211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85125" y="1554480"/>
            <a:ext cx="346649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41157" y="2468880"/>
            <a:ext cx="300929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15%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8341157" y="4023360"/>
            <a:ext cx="30092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出让股权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194560"/>
            <a:ext cx="109728" cy="2194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21031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“我们不是在要一笔钱试试，而是在邀请你入股一个已被客户验证的生意。”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4297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种子轮路演 · 结语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 万，换一个 12 个月内可量化的结果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约一次 30 分钟的深入沟通 —— 团队与数据都已就绪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PABuddy</dc:creator>
  <cp:lastModifiedBy>PABuddy</cp:lastModifiedBy>
  <cp:revision>1</cp:revision>
  <dcterms:created xsi:type="dcterms:W3CDTF">2026-08-22T15:47:10Z</dcterms:created>
  <dcterms:modified xsi:type="dcterms:W3CDTF">2026-08-22T15:47:10Z</dcterms:modified>
</cp:coreProperties>
</file>