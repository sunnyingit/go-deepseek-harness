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18</c:v>
                </c:pt>
                <c:pt idx="5">
                  <c:v>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111827"/>
            </a:solidFill>
            <a:ln w="25400" cap="flat">
              <a:solidFill>
                <a:srgbClr val="1118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827"/>
              </a:solidFill>
              <a:ln w="9525" cap="flat">
                <a:solidFill>
                  <a:srgbClr val="1118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16</c:v>
                </c:pt>
                <c:pt idx="2">
                  <c:v>24</c:v>
                </c:pt>
                <c:pt idx="3">
                  <c:v>35</c:v>
                </c:pt>
                <c:pt idx="4">
                  <c:v>48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4EF"/>
        </a:solidFill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6F4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内部决策汇报 · 项目存续评估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为什么这个项目不该砍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一份关于继续投入、而非提前止损的论证</a:t>
            </a:r>
            <a:endParaRPr lang="en-US" sz="1600" dirty="0"/>
          </a:p>
        </p:txBody>
      </p:sp>
      <p:pic>
        <p:nvPicPr>
          <p:cNvPr id="7" name="Image 0" descr="/Users/lisun/workplace/go-harness/web/sessions/session-89/workspace/.pptx-icon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96596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 万元】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累计投入，砍掉即沉没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【XX%】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38912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 90 日留存率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 个月】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3816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距离盈亏平衡点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数据来源：【内部经营数据，待填】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C1C14"/>
          </a:solidFill>
          <a:ln w="12700">
            <a:solidFill>
              <a:srgbClr val="0C1C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74520" y="1545336"/>
            <a:ext cx="438912" cy="43891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8" name="Image 0" descr="/Users/lisun/workplace/go-harness/web/sessions/session-89/workspace/.pptx-icons/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6276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147218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项目的核心价值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14600" y="1783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砍掉它，我们到底失去什么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93522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874520" y="2322576"/>
            <a:ext cx="438912" cy="43891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4" name="Image 1" descr="/Users/lisun/workplace/go-harness/web/sessions/session-89/workspace/.pptx-icons/i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24048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224942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关键数据一览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14600" y="2560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投入、产出与增长曲线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71246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29718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1874520" y="3099816"/>
            <a:ext cx="438912" cy="43891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0" name="Image 2" descr="/Users/lisun/workplace/go-harness/web/sessions/session-89/workspace/.pptx-icons/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31821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14600" y="302666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不可替代的战略定位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514600" y="3337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竞品与替代方案的缺口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48970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37490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1874520" y="3877056"/>
            <a:ext cx="438912" cy="43891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6" name="Image 3" descr="/Users/lisun/workplace/go-harness/web/sessions/session-89/workspace/.pptx-icons/i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95935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14600" y="380390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砍掉的真实代价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514600" y="4114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沉没、切换与机会成本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080" y="526694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4526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Shape 25"/>
          <p:cNvSpPr/>
          <p:nvPr/>
        </p:nvSpPr>
        <p:spPr>
          <a:xfrm>
            <a:off x="1874520" y="4654296"/>
            <a:ext cx="438912" cy="43891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2" name="Image 4" descr="/Users/lisun/workplace/go-harness/web/sessions/session-89/workspace/.pptx-icons/i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473659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14600" y="458114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结论与建议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2514600" y="4892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继续投入的条件与边界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148840"/>
            <a:ext cx="109728" cy="2194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0574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“这个项目不是烧钱的试点，而是我们【某战略方向】上唯一跑通闭环、且正在形成数据资产的支点。”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4251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 项目价值判断 · 【一句话结论，待填】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关键数据：投入 vs 产出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37360"/>
            <a:ext cx="420624" cy="42062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8" name="Image 0" descr="/Users/lisun/workplace/go-harness/web/sessions/session-89/workspace/.pptx-icons/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196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 万】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累计投入（研发 + 运营 + 市场）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31972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1972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8004" y="1737360"/>
            <a:ext cx="420624" cy="42062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4" name="Image 1" descr="/Users/lisun/workplace/go-harness/web/sessions/session-89/workspace/.pptx-icons/i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18196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8004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 万】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688004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当前月度收入 / 可验证 ROI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3864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9896" y="1737360"/>
            <a:ext cx="420624" cy="42062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0" name="Image 2" descr="/Users/lisun/workplace/go-harness/web/sessions/session-89/workspace/.pptx-icons/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196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9896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【XX%】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479896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 日留存 / 复购率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15755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15755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71787" y="1737360"/>
            <a:ext cx="420624" cy="42062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6" name="Image 3" descr="/Users/lisun/workplace/go-harness/web/sessions/session-89/workspace/.pptx-icons/i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083" y="18196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1787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【XX%】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9271787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近三个季度增速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为什么现在不能砍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不可替代的战略定位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留着的理由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占据【某用户群 / 场景】的唯一入口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沉淀【XX】条可复用的数据资产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团队的领域 know-how 无法快速重建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砍掉后的缺口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竞品【某】将提前卡位，我们再进成本倍增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替代方案【某】只覆盖 30% 场景，缺口在【X】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已投入的【XX 万】与【XX 个月】全部沉没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增长曲线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关键指标趋势（示意，数据待替换）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43000"/>
          <a:ext cx="1106424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成本测算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砍掉的真实代价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沉没成本：【XX 万】研发与市场投入无法回收，团队认知资产一并流失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切换成本：迁移至替代方案需额外【XX 万】与【XX 周】改造、培训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918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机会成本：在【赛道/方向】上失去先发优势，追赶需要【XX 倍】投入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416052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组织成本：核心成员流失带来的隐性损失，招聘与磨合周期【XX 个月】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建议：设定边界，继续持有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给出一个可验证的目标（【XX 个月】内达到【XX】），到点不达标再议；在此之前，砍掉它才是更贵的选项。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C1C14"/>
          </a:solidFill>
          <a:ln w="12700">
            <a:solidFill>
              <a:srgbClr val="0C1C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为什么这个项目不该砍</dc:title>
  <dc:subject>PptxGenJS Presentation</dc:subject>
  <dc:creator>PABuddy</dc:creator>
  <cp:lastModifiedBy>PABuddy</cp:lastModifiedBy>
  <cp:revision>1</cp:revision>
  <dcterms:created xsi:type="dcterms:W3CDTF">2026-08-22T16:18:46Z</dcterms:created>
  <dcterms:modified xsi:type="dcterms:W3CDTF">2026-08-22T16:18:46Z</dcterms:modified>
</cp:coreProperties>
</file>