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GREEN MOBILITY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新能源汽车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未来出行的绿色引擎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纯电 · 插电混动 · 氢燃料电池｜从代步工具到智能终端</a:t>
            </a:r>
            <a:endParaRPr lang="en-US" sz="1600" dirty="0"/>
          </a:p>
        </p:txBody>
      </p:sp>
      <p:pic>
        <p:nvPicPr>
          <p:cNvPr id="7" name="Image 0" descr="/Users/lisun/workplace/go-harness/web/sessions/session-86/workspace/.pptx-icons/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37744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新能源汽车专题 · 未来出行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什么是新能源汽车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核心定义与三大技术路线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4664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7" name="Image 0" descr="/Users/lisun/workplace/go-harness/web/sessions/session-86/workspace/.pptx-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纯电动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仅以动力电池供电，使用阶段几乎零排放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2602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2602" y="1554480"/>
            <a:ext cx="34664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2" name="Image 1" descr="/Users/lisun/workplace/go-harness/web/sessions/session-86/workspace/.pptx-icons/pl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3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8634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插电混动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618634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PHEV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电机 + 燃油双动力，可外接充电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5125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5125" y="1554480"/>
            <a:ext cx="34664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7" name="Image 2" descr="/Users/lisun/workplace/go-harness/web/sessions/session-86/workspace/.pptx-icons/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1157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氢燃料电池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8341157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FCEV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氢气反应发电，排放仅水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为什么意义重大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两大核心价值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环保价值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使用阶段几乎零排放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显著改善城市空气质量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助力「碳达峰、碳中和」目标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能源安全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减少对石油的依赖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优化能源结构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保障国家能源安全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产业蓬勃发展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看得见的进步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4664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7" name="Image 0" descr="/Users/lisun/workplace/go-harness/web/sessions/session-86/workspace/.pptx-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200→800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续航里程（公里）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2602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2602" y="1554480"/>
            <a:ext cx="34664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2" name="Image 1" descr="/Users/lisun/workplace/go-harness/web/sessions/session-86/workspace/.pptx-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3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8634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快充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618634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充电能力大幅增强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缓解里程焦虑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5125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5125" y="1554480"/>
            <a:ext cx="34664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7" name="Image 2" descr="/Users/lisun/workplace/go-harness/web/sessions/session-86/workspace/.pptx-icons/wif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1157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智能网联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8341157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自动驾驶 · 语音交互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车成为移动智能终端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政策助推 · 市场普及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政策组合拳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购置补贴：直接降低购车成本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免征购置税：持续让利消费者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路权优惠：不限行、绿牌通行等便利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423367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充电设施补贴：加速补能网络布局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市场回应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4664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7" name="Image 0" descr="/Users/lisun/workplace/go-harness/web/sessions/session-86/workspace/.pptx-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稳步上升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市场占有率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2602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2602" y="1554480"/>
            <a:ext cx="34664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2" name="Image 1" descr="/Users/lisun/workplace/go-harness/web/sessions/session-86/workspace/.pptx-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3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8634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不断提高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618634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消费者接受度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5125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5125" y="1554480"/>
            <a:ext cx="34664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7" name="Image 2" descr="/Users/lisun/workplace/go-harness/web/sessions/session-86/workspace/.pptx-icons/c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1157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加速普及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8341157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4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驶入寻常百姓家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1A"/>
          </a:solidFill>
          <a:ln w="12700">
            <a:solidFill>
              <a:srgbClr val="102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挑战与展望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仍需破局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充电设施分布不均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电池回收体系尚不完善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补能体验仍需优化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83528"/>
          </a:solidFill>
          <a:ln w="12700">
            <a:solidFill>
              <a:srgbClr val="183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未来可期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技术持续进步迭代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补能与回收体系完善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EE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终将走向主流、描绘清洁智能出行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24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清洁 · 智能 · 可持续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4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新能源汽车，正加速驶向未来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PABuddy</dc:creator>
  <cp:lastModifiedBy>PABuddy</cp:lastModifiedBy>
  <cp:revision>1</cp:revision>
  <dcterms:created xsi:type="dcterms:W3CDTF">2026-08-22T15:52:00Z</dcterms:created>
  <dcterms:modified xsi:type="dcterms:W3CDTF">2026-08-22T15:52:00Z</dcterms:modified>
</cp:coreProperties>
</file>